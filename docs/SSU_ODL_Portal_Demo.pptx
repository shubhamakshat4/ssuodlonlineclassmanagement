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portal on screen before you start. The landing page is the campus building, the name, and a Sign in button — nothing else to explain.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Classes are created in Teams automatically and students can join them today. What is missing is only that the teacher is not named as co-organiser on the meeting, because IT has not sent their Microsoft addresses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once, from the project folder, before any testing. Until it runs, sign-in will fail for almost everybody.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 a student to demo with in Admin &gt; Students. The page shows both of their addresses and which one the account is held under.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link override is the safety net management will care about: if Teams ever fails, the class still happens on whatever link the teacher pastes.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Attendance export is usually the slide management asks about. Show the CSV download.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Rehearse this once before the real demo. Create the extra class about ten minutes before you need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this slide to the ODL team as their test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first line: the portal is built, loaded with real data, and one command away from letting six hundred students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.gemini\antigravity-ide\scratch\Online Classes ODL\public\brand\buildi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0"/>
            <a:ext cx="56967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35040" y="0"/>
            <a:ext cx="1920240" cy="6858000"/>
          </a:xfrm>
          <a:prstGeom prst="rect">
            <a:avLst/>
          </a:prstGeom>
          <a:solidFill>
            <a:srgbClr val="4A1010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4A1010"/>
          </a:solidFill>
          <a:ln/>
        </p:spPr>
      </p:sp>
      <p:pic>
        <p:nvPicPr>
          <p:cNvPr id="5" name="Image 1" descr="c:\Users\user\.gemini\antigravity-ide\scratch\Online Classes ODL\public\brand\ssu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2194560" cy="12344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31520" y="22860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Classes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315468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&amp; Distance Learning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3977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and testing walkthrough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4389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minutes, three roles, one live class.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5760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ssuodlonlineclassmanagement.vercel.app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0233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08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7665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live today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0D5"/>
            </a:solidFill>
            <a:prstDash val="solid"/>
          </a:ln>
          <a:effectLst>
            <a:outerShdw sx="100000" sy="100000" kx="0" ky="0" algn="bl" rotWithShape="0" blurRad="127000" dist="635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87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loaded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92424" y="169164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0D5"/>
            </a:solidFill>
            <a:prstDash val="solid"/>
          </a:ln>
          <a:effectLst>
            <a:outerShdw sx="100000" sy="100000" kx="0" ky="0" algn="bl" rotWithShape="0" blurRad="127000" dist="635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75304" y="182880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75304" y="2487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groups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0488" y="169164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0D5"/>
            </a:solidFill>
            <a:prstDash val="solid"/>
          </a:ln>
          <a:effectLst>
            <a:outerShdw sx="100000" sy="100000" kx="0" ky="0" algn="bl" rotWithShape="0" blurRad="127000" dist="635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73368" y="182880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73368" y="2487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88552" y="169164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0D5"/>
            </a:solidFill>
            <a:prstDash val="solid"/>
          </a:ln>
          <a:effectLst>
            <a:outerShdw sx="100000" sy="100000" kx="0" ky="0" algn="bl" rotWithShape="0" blurRad="127000" dist="635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71432" y="182880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71432" y="2487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310128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E7E0D5"/>
            </a:solidFill>
            <a:prstDash val="solid"/>
          </a:ln>
          <a:effectLst>
            <a:outerShdw sx="100000" sy="100000" kx="0" ky="0" algn="bl" rotWithShape="0" blurRad="127000" dist="635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35204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88620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timetable — 331 classes, 13 Sep to 27 Dec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277 upcoming classes, every one with a Teams link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faculty and admin portals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recorded when a student joins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 for 30 days after each class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sign-in, self-service reset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99632" y="3310128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FAF2E3"/>
          </a:solidFill>
          <a:ln w="9525">
            <a:solidFill>
              <a:srgbClr val="E7E0D5"/>
            </a:solidFill>
            <a:prstDash val="solid"/>
          </a:ln>
          <a:effectLst>
            <a:outerShdw sx="100000" sy="100000" kx="0" ky="0" algn="bl" rotWithShape="0" blurRad="127000" dist="635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73952" y="35204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73952" y="388620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Microsoft 365 addresses from IT — 21 are placeholders, so a teacher is not yet added to the Teams meeting as co-organiser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B.Com semesters 2 and 4 — one student each, no classes in the timetable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 students have no roll number yet — they sign in with their personal email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0233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08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FIRST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7665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the accounts 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8132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637 students and 15 faculty have an account but no password yet, because the portal used to sign students in with Google. One command gives everybody the first-login password.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514600"/>
            <a:ext cx="6766560" cy="777240"/>
          </a:xfrm>
          <a:prstGeom prst="roundRect">
            <a:avLst>
              <a:gd name="adj" fmla="val 8235"/>
            </a:avLst>
          </a:prstGeom>
          <a:solidFill>
            <a:srgbClr val="2E0B0B"/>
          </a:solidFill>
          <a:ln w="12700">
            <a:solidFill>
              <a:srgbClr val="B083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5146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D9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auth:first-passwords -- --apply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685032"/>
            <a:ext cx="384048" cy="384048"/>
          </a:xfrm>
          <a:prstGeom prst="ellipse">
            <a:avLst/>
          </a:prstGeom>
          <a:solidFill>
            <a:srgbClr val="B0834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65760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gets the same first password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365760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8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srisri@26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4398264"/>
            <a:ext cx="384048" cy="384048"/>
          </a:xfrm>
          <a:prstGeom prst="ellipse">
            <a:avLst/>
          </a:prstGeom>
          <a:solidFill>
            <a:srgbClr val="B0834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4398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37083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portal asks them to change 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437083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8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their very first sign-in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5111496"/>
            <a:ext cx="384048" cy="384048"/>
          </a:xfrm>
          <a:prstGeom prst="ellipse">
            <a:avLst/>
          </a:prstGeom>
          <a:solidFill>
            <a:srgbClr val="B0834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5111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508406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already has a password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508406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8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one they chose</a:t>
            </a:r>
            <a:endParaRPr lang="en-US" sz="1400" dirty="0"/>
          </a:p>
        </p:txBody>
      </p:sp>
      <p:pic>
        <p:nvPicPr>
          <p:cNvPr id="19" name="Image 0" descr="c:\Users\user\.gemini\antigravity-ide\scratch\Online Classes ODL\public\brand\sri-logo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9052560" y="237744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0233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08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OF 3 — 3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7665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84048" cy="384048"/>
          </a:xfrm>
          <a:prstGeom prst="ellipse">
            <a:avLst/>
          </a:prstGeom>
          <a:solidFill>
            <a:srgbClr val="B0834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5727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8745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their college email or their personal email — same password. Both reach the same account.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384048" cy="384048"/>
          </a:xfrm>
          <a:prstGeom prst="ellipse">
            <a:avLst/>
          </a:prstGeom>
          <a:solidFill>
            <a:srgbClr val="B083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5054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new password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80720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on the very first sign-in, then two security questions.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93008"/>
            <a:ext cx="384048" cy="384048"/>
          </a:xfrm>
          <a:prstGeom prst="ellipse">
            <a:avLst/>
          </a:prstGeom>
          <a:solidFill>
            <a:srgbClr val="B0834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43814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today and the next 14 days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73989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shows subject, faculty and time, in IST.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384048" cy="384048"/>
          </a:xfrm>
          <a:prstGeom prst="ellipse">
            <a:avLst/>
          </a:prstGeom>
          <a:solidFill>
            <a:srgbClr val="B0834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37083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full timetable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467258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for the term, and both semesters for a student repeating one.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358384"/>
            <a:ext cx="384048" cy="384048"/>
          </a:xfrm>
          <a:prstGeom prst="ellipse">
            <a:avLst/>
          </a:prstGeom>
          <a:solidFill>
            <a:srgbClr val="B0834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35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53035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Join Now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560527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Teams and records the join. Pressed early it says when the window opens.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589520" y="1572768"/>
            <a:ext cx="3977640" cy="3931920"/>
          </a:xfrm>
          <a:prstGeom prst="roundRect">
            <a:avLst>
              <a:gd name="adj" fmla="val 2093"/>
            </a:avLst>
          </a:prstGeom>
          <a:solidFill>
            <a:srgbClr val="FAF2E3"/>
          </a:solidFill>
          <a:ln w="9525">
            <a:solidFill>
              <a:srgbClr val="E7E0D5"/>
            </a:solidFill>
            <a:prstDash val="solid"/>
          </a:ln>
          <a:effectLst>
            <a:outerShdw sx="100000" sy="100000" kx="0" ky="0" algn="bl" rotWithShape="0" blurRad="127000" dist="635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863840" y="17830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21488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student opens one page, sees the class that is on now, and presses one button. No meeting links to hunt for, no forwarded emails, and the university knows who joined."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addresses, one account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440740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students have a university address; 286 have only a personal one. Either works, with the same password.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0233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08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OF 3 — 2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7665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faculty member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27632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7E0D5"/>
            </a:solidFill>
            <a:prstDash val="solid"/>
          </a:ln>
          <a:effectLst>
            <a:outerShdw sx="100000" sy="100000" kx="0" ky="0" algn="bl" rotWithShape="0" blurRad="127000" dist="635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865376"/>
            <a:ext cx="384048" cy="384048"/>
          </a:xfrm>
          <a:prstGeom prst="ellipse">
            <a:avLst/>
          </a:prstGeom>
          <a:solidFill>
            <a:srgbClr val="B083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0392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99032" y="18105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and upcoming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399032" y="213055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their own classes, across every group they teach.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9632" y="1627632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7E0D5"/>
            </a:solidFill>
            <a:prstDash val="solid"/>
          </a:ln>
          <a:effectLst>
            <a:outerShdw sx="100000" sy="100000" kx="0" ky="0" algn="bl" rotWithShape="0" blurRad="127000" dist="635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55664" y="1865376"/>
            <a:ext cx="384048" cy="384048"/>
          </a:xfrm>
          <a:prstGeom prst="ellipse">
            <a:avLst/>
          </a:prstGeom>
          <a:solidFill>
            <a:srgbClr val="B0834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5566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04304" y="18105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timetable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004304" y="213055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term at a glance.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01752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7E0D5"/>
            </a:solidFill>
            <a:prstDash val="solid"/>
          </a:ln>
          <a:effectLst>
            <a:outerShdw sx="100000" sy="100000" kx="0" ky="0" algn="bl" rotWithShape="0" blurRad="127000" dist="635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" y="3255264"/>
            <a:ext cx="384048" cy="384048"/>
          </a:xfrm>
          <a:prstGeom prst="ellipse">
            <a:avLst/>
          </a:prstGeom>
          <a:solidFill>
            <a:srgbClr val="B0834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99032" y="32004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class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399032" y="35204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roster, and the meeting link.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99632" y="301752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7E0D5"/>
            </a:solidFill>
            <a:prstDash val="solid"/>
          </a:ln>
          <a:effectLst>
            <a:outerShdw sx="100000" sy="100000" kx="0" ky="0" algn="bl" rotWithShape="0" blurRad="127000" dist="635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55664" y="3255264"/>
            <a:ext cx="384048" cy="384048"/>
          </a:xfrm>
          <a:prstGeom prst="ellipse">
            <a:avLst/>
          </a:prstGeom>
          <a:solidFill>
            <a:srgbClr val="B0834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55664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04304" y="32004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link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004304" y="35204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Google Meet or Zoom link and it replaces Teams for that class. Students see a "Link updated" badge.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" y="4407408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7E0D5"/>
            </a:solidFill>
            <a:prstDash val="solid"/>
          </a:ln>
          <a:effectLst>
            <a:outerShdw sx="100000" sy="100000" kx="0" ky="0" algn="bl" rotWithShape="0" blurRad="127000" dist="635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0392" y="4645152"/>
            <a:ext cx="384048" cy="384048"/>
          </a:xfrm>
          <a:prstGeom prst="ellipse">
            <a:avLst/>
          </a:prstGeom>
          <a:solidFill>
            <a:srgbClr val="B0834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0392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99032" y="4590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399032" y="491032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puts a fresh Teams meeting back.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94360" y="5797296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FAF2E3"/>
          </a:solidFill>
          <a:ln w="9525">
            <a:solidFill>
              <a:srgbClr val="E7E0D5"/>
            </a:solidFill>
            <a:prstDash val="solid"/>
          </a:ln>
          <a:effectLst>
            <a:outerShdw sx="100000" sy="100000" kx="0" ky="0" algn="bl" rotWithShape="0" blurRad="127000" dist="635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14400" y="579729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4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a teacher joins the Teams meeting like anyone else. Once IT sends their Microsoft addresses, they are added as co-organiser and can admit students and start the recording.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0233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08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 OF 3 — 3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7665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ODL office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520440" cy="37947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9525">
            <a:solidFill>
              <a:srgbClr val="E7E0D5"/>
            </a:solidFill>
            <a:prstDash val="solid"/>
          </a:ln>
          <a:effectLst>
            <a:outerShdw sx="100000" sy="100000" kx="0" ky="0" algn="bl" rotWithShape="0" blurRad="127000" dist="635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47088"/>
            <a:ext cx="384048" cy="384048"/>
          </a:xfrm>
          <a:prstGeom prst="ellipse">
            <a:avLst/>
          </a:prstGeom>
          <a:solidFill>
            <a:srgbClr val="7B1F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470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studies what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50592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and class groups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and who teaches them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searchable and paged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upload from CSV, with templates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1688" y="1600200"/>
            <a:ext cx="3520440" cy="37947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9525">
            <a:solidFill>
              <a:srgbClr val="E7E0D5"/>
            </a:solidFill>
            <a:prstDash val="solid"/>
          </a:ln>
          <a:effectLst>
            <a:outerShdw sx="100000" sy="100000" kx="0" ky="0" algn="bl" rotWithShape="0" blurRad="127000" dist="635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1847088"/>
            <a:ext cx="384048" cy="384048"/>
          </a:xfrm>
          <a:prstGeom prst="ellipse">
            <a:avLst/>
          </a:prstGeom>
          <a:solidFill>
            <a:srgbClr val="7B1F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3600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38928" y="18470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timetable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450592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slots and dated classes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extra class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or cancel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29016" y="1600200"/>
            <a:ext cx="3520440" cy="37947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9525">
            <a:solidFill>
              <a:srgbClr val="E7E0D5"/>
            </a:solidFill>
            <a:prstDash val="solid"/>
          </a:ln>
          <a:effectLst>
            <a:outerShdw sx="100000" sy="100000" kx="0" ky="0" algn="bl" rotWithShape="0" blurRad="127000" dist="635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03336" y="1847088"/>
            <a:ext cx="384048" cy="384048"/>
          </a:xfrm>
          <a:prstGeom prst="ellipse">
            <a:avLst/>
          </a:prstGeom>
          <a:solidFill>
            <a:srgbClr val="7B1F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03336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906256" y="18470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03336" y="2450592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per class group, exportable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health — every Teams meeting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— who changed what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password for anyone locked out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B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the office needs is in the portal — no spreadsheet goes back and forth.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7B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0233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08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THAT MATTERS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7665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Showing a class actually start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630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E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run on Sundays, so on a weekday there is nothing live. Stage one in thirty seconds.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167128"/>
            <a:ext cx="384048" cy="384048"/>
          </a:xfrm>
          <a:prstGeom prst="ellipse">
            <a:avLst/>
          </a:prstGeom>
          <a:solidFill>
            <a:srgbClr val="B083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Sessions → Add an extra class. Pick a class group and subject, and set the time to a few minutes from now.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916936"/>
            <a:ext cx="384048" cy="384048"/>
          </a:xfrm>
          <a:prstGeom prst="ellipse">
            <a:avLst/>
          </a:prstGeom>
          <a:solidFill>
            <a:srgbClr val="B083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898648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Sync health to show it provisioned — that is the real Teams meeting being created.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666744"/>
            <a:ext cx="384048" cy="384048"/>
          </a:xfrm>
          <a:prstGeom prst="ellipse">
            <a:avLst/>
          </a:prstGeom>
          <a:solidFill>
            <a:srgbClr val="B0834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648456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a student of that group. The class appears under Today with a live marker.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4416552"/>
            <a:ext cx="384048" cy="384048"/>
          </a:xfrm>
          <a:prstGeom prst="ellipse">
            <a:avLst/>
          </a:prstGeom>
          <a:solidFill>
            <a:srgbClr val="B0834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39826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Join Now. Teams opens, and the join is recorded against that student.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5166360"/>
            <a:ext cx="384048" cy="384048"/>
          </a:xfrm>
          <a:prstGeom prst="ellipse">
            <a:avLst/>
          </a:prstGeom>
          <a:solidFill>
            <a:srgbClr val="B0834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148072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 Admin → Attendance, the student is listed as joined.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92440" y="214884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5E1616"/>
          </a:solidFill>
          <a:ln w="9525">
            <a:solidFill>
              <a:srgbClr val="E7E0D5"/>
            </a:solidFill>
            <a:prstDash val="solid"/>
          </a:ln>
          <a:effectLst>
            <a:outerShdw sx="100000" sy="100000" kx="0" ky="0" algn="bl" rotWithShape="0" blurRad="127000" dist="635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366760" y="2377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8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Teams is slow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274320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D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meeting is created by a job that runs every few minutes. If it has not appeared, open the class in Admin → Sessions and paste any meeting link as an override. The demo carries on exactly the same.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0233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08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ODL TEAM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7665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test before going live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7E0D5"/>
            </a:solidFill>
            <a:prstDash val="solid"/>
          </a:ln>
          <a:effectLst>
            <a:outerShdw sx="100000" sy="100000" kx="0" ky="0" algn="bl" rotWithShape="0" blurRad="127000" dist="635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01952"/>
            <a:ext cx="1371600" cy="438912"/>
          </a:xfrm>
          <a:prstGeom prst="roundRect">
            <a:avLst>
              <a:gd name="adj" fmla="val 16667"/>
            </a:avLst>
          </a:prstGeom>
          <a:solidFill>
            <a:srgbClr val="7B1F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019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1792224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a college email, and with a personal email. Change the password. Set security questions. Reset a forgotten password. Check the timetable matches the printed one.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761488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7E0D5"/>
            </a:solidFill>
            <a:prstDash val="solid"/>
          </a:ln>
          <a:effectLst>
            <a:outerShdw sx="100000" sy="100000" kx="0" ky="0" algn="bl" rotWithShape="0" blurRad="127000" dist="635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017520"/>
            <a:ext cx="1371600" cy="438912"/>
          </a:xfrm>
          <a:prstGeom prst="roundRect">
            <a:avLst>
              <a:gd name="adj" fmla="val 16667"/>
            </a:avLst>
          </a:prstGeom>
          <a:solidFill>
            <a:srgbClr val="7B1F1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0175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2907792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in. Confirm only their own classes are listed. Replace a link, then revert it. Check the roster.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877056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7E0D5"/>
            </a:solidFill>
            <a:prstDash val="solid"/>
          </a:ln>
          <a:effectLst>
            <a:outerShdw sx="100000" sy="100000" kx="0" ky="0" algn="bl" rotWithShape="0" blurRad="127000" dist="635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4133088"/>
            <a:ext cx="1371600" cy="438912"/>
          </a:xfrm>
          <a:prstGeom prst="roundRect">
            <a:avLst>
              <a:gd name="adj" fmla="val 16667"/>
            </a:avLst>
          </a:prstGeom>
          <a:solidFill>
            <a:srgbClr val="7B1F1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13308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4023360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student and a class group. Upload a CSV. Add an extra class, reschedule one, cancel one. Export attendance. Set a password for a locked-out student.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4992624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7E0D5"/>
            </a:solidFill>
            <a:prstDash val="solid"/>
          </a:ln>
          <a:effectLst>
            <a:outerShdw sx="100000" sy="100000" kx="0" ky="0" algn="bl" rotWithShape="0" blurRad="127000" dist="635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5248656"/>
            <a:ext cx="1371600" cy="438912"/>
          </a:xfrm>
          <a:prstGeom prst="roundRect">
            <a:avLst>
              <a:gd name="adj" fmla="val 16667"/>
            </a:avLst>
          </a:prstGeom>
          <a:solidFill>
            <a:srgbClr val="7B1F1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2486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5138928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phone as well as a laptop. Confirm a student cannot see another group’s classes.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F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anything odd with the page name and the time — every action is in the audit log.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.gemini\antigravity-ide\scratch\Online Classes ODL\public\brand\buildi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0"/>
            <a:ext cx="48737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66560" y="0"/>
            <a:ext cx="1280160" cy="6858000"/>
          </a:xfrm>
          <a:prstGeom prst="rect">
            <a:avLst/>
          </a:prstGeom>
          <a:solidFill>
            <a:srgbClr val="4A1010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4A101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40233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08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 LIVE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67665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left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94360" y="1636776"/>
            <a:ext cx="384048" cy="384048"/>
          </a:xfrm>
          <a:prstGeom prst="ellipse">
            <a:avLst/>
          </a:prstGeom>
          <a:solidFill>
            <a:srgbClr val="B0834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160020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first passwords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91109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command. Everything else is ready.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" y="2624328"/>
            <a:ext cx="384048" cy="384048"/>
          </a:xfrm>
          <a:prstGeom prst="ellipse">
            <a:avLst/>
          </a:prstGeom>
          <a:solidFill>
            <a:srgbClr val="B0834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258775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Microsoft addresses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28986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IT. Then teachers become co-organisers.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94360" y="3611880"/>
            <a:ext cx="384048" cy="384048"/>
          </a:xfrm>
          <a:prstGeom prst="ellipse">
            <a:avLst/>
          </a:prstGeom>
          <a:solidFill>
            <a:srgbClr val="B0834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357530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ODL team testing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8862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checklist on the previous slide.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4360" y="4599432"/>
            <a:ext cx="384048" cy="384048"/>
          </a:xfrm>
          <a:prstGeom prst="ellipse">
            <a:avLst/>
          </a:prstGeom>
          <a:solidFill>
            <a:srgbClr val="B0834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94360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" y="456285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B.Com semesters 2 and 4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48737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their classes, or confirm they have none.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580644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ssuodlonlineclassmanagement.vercel.app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Classes portal — demo and testing walkthrough</dc:title>
  <dc:subject>PptxGenJS Presentation</dc:subject>
  <dc:creator>Sri Sri University — ODL</dc:creator>
  <cp:lastModifiedBy>Sri Sri University — ODL</cp:lastModifiedBy>
  <cp:revision>1</cp:revision>
  <dcterms:created xsi:type="dcterms:W3CDTF">2026-09-28T05:31:43Z</dcterms:created>
  <dcterms:modified xsi:type="dcterms:W3CDTF">2026-09-28T05:31:43Z</dcterms:modified>
</cp:coreProperties>
</file>